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389120" cy="50292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A5B4FC"/>
                </a:solidFill>
              </a:rPr>
              <a:t>⚡ IBM BOB 2.0 HACKATHON | LABLAB.AI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8FAFC"/>
                </a:solidFill>
              </a:rPr>
              <a:t>OpsHeal: </a:t>
            </a:r>
            <a:r>
              <a:rPr sz="3800" b="1">
                <a:solidFill>
                  <a:srgbClr val="6366F1"/>
                </a:solidFill>
              </a:rPr>
              <a:t>Autonomous Incident Triage
&amp; Zero-Downtime Hotfix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94A3B8"/>
                </a:solidFill>
              </a:rPr>
              <a:t>Eliminating 3-hour enterprise SRE war rooms with a self-healing agent swarm that repairs breaking API contract drift in 48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3383280" cy="14630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0B981"/>
                </a:solidFill>
              </a:rPr>
              <a:t>48 Seconds</a:t>
            </a:r>
          </a:p>
          <a:p>
            <a:pPr algn="ctr"/>
            <a:r>
              <a:rPr sz="1200" b="1">
                <a:solidFill>
                  <a:srgbClr val="F8FAFC"/>
                </a:solidFill>
              </a:rPr>
              <a:t>Mean Time to Recovery</a:t>
            </a:r>
          </a:p>
          <a:p>
            <a:pPr algn="ctr"/>
            <a:r>
              <a:rPr sz="1000">
                <a:solidFill>
                  <a:srgbClr val="94A3B8"/>
                </a:solidFill>
              </a:rPr>
              <a:t>vs. 210 min manual war 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663440"/>
            <a:ext cx="3383280" cy="14630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6366F1"/>
                </a:solidFill>
              </a:rPr>
              <a:t>$1,171,520</a:t>
            </a:r>
          </a:p>
          <a:p>
            <a:pPr algn="ctr"/>
            <a:r>
              <a:rPr sz="1200" b="1">
                <a:solidFill>
                  <a:srgbClr val="F8FAFC"/>
                </a:solidFill>
              </a:rPr>
              <a:t>Net Downtime Savings</a:t>
            </a:r>
          </a:p>
          <a:p>
            <a:pPr algn="ctr"/>
            <a:r>
              <a:rPr sz="1000">
                <a:solidFill>
                  <a:srgbClr val="94A3B8"/>
                </a:solidFill>
              </a:rPr>
              <a:t>Per SEV-1 incident avoided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663440"/>
            <a:ext cx="3383280" cy="14630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8FAFC"/>
                </a:solidFill>
              </a:rPr>
              <a:t>100% Invariant</a:t>
            </a:r>
          </a:p>
          <a:p>
            <a:pPr algn="ctr"/>
            <a:r>
              <a:rPr sz="1200" b="1">
                <a:solidFill>
                  <a:srgbClr val="F8FAFC"/>
                </a:solidFill>
              </a:rPr>
              <a:t>Exact Cent Reconciliation</a:t>
            </a:r>
          </a:p>
          <a:p>
            <a:pPr algn="ctr"/>
            <a:r>
              <a:rPr sz="1000">
                <a:solidFill>
                  <a:srgbClr val="94A3B8"/>
                </a:solidFill>
              </a:rPr>
              <a:t>15/15 tx ($69,000.00 recovered)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THE PROBLEM: </a:t>
            </a:r>
          </a:p>
          <a:p>
            <a:r>
              <a:rPr sz="2800" b="1">
                <a:solidFill>
                  <a:srgbClr val="F8FAFC"/>
                </a:solidFill>
              </a:rPr>
              <a:t>The $1.17M Silent Killer: 3rd-Party API Contract Drift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🚨 Compound Schema Drift</a:t>
            </a:r>
          </a:p>
          <a:p>
            <a:r>
              <a:rPr sz="1200">
                <a:solidFill>
                  <a:srgbClr val="94A3B8"/>
                </a:solidFill>
              </a:rPr>
              <a:t>
Payment gateways (Stripe, GlobalPay, Adyen) update schemas without notice:
• Field renames ('customer_id' -&gt; 'account_ref')
• Hierarchical nesting (payment_detail.amount)
• Unit scales (amount_cents: 580000)
• Dirty strings ('$12,450.75')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💥 Ingestion Crash &amp; DLQ Trap</a:t>
            </a:r>
          </a:p>
          <a:p>
            <a:r>
              <a:rPr sz="1200">
                <a:solidFill>
                  <a:srgbClr val="94A3B8"/>
                </a:solidFill>
              </a:rPr>
              <a:t>
Legacy webhooks crash with unhandled KeyErrors (HTTP 500).
• In-flight customer payments trapped in DLQ
• Revenue capture abruptly halts
• Millions in merchant volume blocked
• PagerDuty alarms trigger at 3 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⏳ 3.5-Hour War Room Delay</a:t>
            </a:r>
          </a:p>
          <a:p>
            <a:r>
              <a:rPr sz="1200">
                <a:solidFill>
                  <a:srgbClr val="94A3B8"/>
                </a:solidFill>
              </a:rPr>
              <a:t>
Resolving contract drift manually is slow and painful:
• 45m: Manual diffing of vendor RFC docs
• 40m: DBA schema approvals (table lock fear)
• 50m: Writing &amp; deploying custom adapters
• 35m: Risky manual DLQ database replay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THE SOLUTION: </a:t>
            </a:r>
          </a:p>
          <a:p>
            <a:r>
              <a:rPr sz="2800" b="1">
                <a:solidFill>
                  <a:srgbClr val="F8FAFC"/>
                </a:solidFill>
              </a:rPr>
              <a:t>OpsHeal: Autonomous Multi-Agent Swarm (IBM Bob 2.0)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6366F1"/>
                </a:solidFill>
              </a:rPr>
              <a:t>🤖 Autonomous Action vs. Chat Advice</a:t>
            </a:r>
          </a:p>
          <a:p>
            <a:r>
              <a:rPr sz="1200">
                <a:solidFill>
                  <a:srgbClr val="94A3B8"/>
                </a:solidFill>
              </a:rPr>
              <a:t>
OpsHeal does not just 'suggest' fixes in a chat window. It acts directly on the live infrastructure:
• Online non-blocking database migrations
• Dynamic polymorphic contract synthesis
• Synthetic shadow canary traffic gates
• Atomic DLQ draining with anti-double-spend 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0B981"/>
                </a:solidFill>
              </a:rPr>
              <a:t>🛡️ Zero-Downtime Architecture</a:t>
            </a:r>
          </a:p>
          <a:p>
            <a:r>
              <a:rPr sz="1200">
                <a:solidFill>
                  <a:srgbClr val="94A3B8"/>
                </a:solidFill>
              </a:rPr>
              <a:t>
Built for high-throughput enterprise financial services:
• SQLite WAL Journal Mode: 0 active table locks
• Polymorphic Anti-Corruption Layer: 100% backward &amp; forward compatibility
• SHA-256 Idempotency Tokens: Exactly-once ledger settlement guarantee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⚡ 99.6% MTTR Reduction</a:t>
            </a:r>
          </a:p>
          <a:p>
            <a:r>
              <a:rPr sz="1200">
                <a:solidFill>
                  <a:srgbClr val="94A3B8"/>
                </a:solidFill>
              </a:rPr>
              <a:t>
Massive operational acceleration:
• Manual SRE War Room: 210 Minutes (3.5 Hours)
• OpsHeal Agent Swarm: 48 Seconds
• Direct Downtime Savings: $1,171,520 per incident
• 0 Humans Woken Up at 3 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AGENT SWARM ARCHITECTURE: </a:t>
            </a:r>
          </a:p>
          <a:p>
            <a:r>
              <a:rPr sz="2800" b="1">
                <a:solidFill>
                  <a:srgbClr val="F8FAFC"/>
                </a:solidFill>
              </a:rPr>
              <a:t>Under the Hood: 6 Specialized IBM Bob 2.0 Subagents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🔍 Bob-Triage</a:t>
            </a:r>
          </a:p>
          <a:p>
            <a:r>
              <a:rPr sz="1100" b="1">
                <a:solidFill>
                  <a:srgbClr val="6366F1"/>
                </a:solidFill>
              </a:rPr>
              <a:t>Document &amp; Telemetry RCA</a:t>
            </a:r>
          </a:p>
          <a:p>
            <a:r>
              <a:rPr sz="1000">
                <a:solidFill>
                  <a:srgbClr val="94A3B8"/>
                </a:solidFill>
              </a:rPr>
              <a:t>Ingests crash logs + RFC vendor OpenAPI specs; maps semantic field renames.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🛠️ Bob-DBA</a:t>
            </a:r>
          </a:p>
          <a:p>
            <a:r>
              <a:rPr sz="1100" b="1">
                <a:solidFill>
                  <a:srgbClr val="6366F1"/>
                </a:solidFill>
              </a:rPr>
              <a:t>Zero-Downtime WAL Migration</a:t>
            </a:r>
          </a:p>
          <a:p>
            <a:r>
              <a:rPr sz="1000">
                <a:solidFill>
                  <a:srgbClr val="94A3B8"/>
                </a:solidFill>
              </a:rPr>
              <a:t>Executes non-blocking SQLite WAL ALTER TABLE adding fee &amp; idempotency columns (0 locks).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🔄 Bob-Adapter</a:t>
            </a:r>
          </a:p>
          <a:p>
            <a:r>
              <a:rPr sz="1100" b="1">
                <a:solidFill>
                  <a:srgbClr val="6366F1"/>
                </a:solidFill>
              </a:rPr>
              <a:t>Polymorphic Contract Engine</a:t>
            </a:r>
          </a:p>
          <a:p>
            <a:r>
              <a:rPr sz="1000">
                <a:solidFill>
                  <a:srgbClr val="94A3B8"/>
                </a:solidFill>
              </a:rPr>
              <a:t>Deploys in-memory Anti-Corruption Layer; handles minor cents, dirty strings, and nesting.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🐤 Bob-Canary</a:t>
            </a:r>
          </a:p>
          <a:p>
            <a:r>
              <a:rPr sz="1100" b="1">
                <a:solidFill>
                  <a:srgbClr val="6366F1"/>
                </a:solidFill>
              </a:rPr>
              <a:t>Safety Gate &amp; Anti-Double-Spend</a:t>
            </a:r>
          </a:p>
          <a:p>
            <a:r>
              <a:rPr sz="1000">
                <a:solidFill>
                  <a:srgbClr val="94A3B8"/>
                </a:solidFill>
              </a:rPr>
              <a:t>Dispatches shadow validation probes; verifies 0.0% regression and SHA-256 idempotency.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🚀 Bob-Drainer</a:t>
            </a:r>
          </a:p>
          <a:p>
            <a:r>
              <a:rPr sz="1100" b="1">
                <a:solidFill>
                  <a:srgbClr val="6366F1"/>
                </a:solidFill>
              </a:rPr>
              <a:t>Dead-Letter Queue Recovery</a:t>
            </a:r>
          </a:p>
          <a:p>
            <a:r>
              <a:rPr sz="1000">
                <a:solidFill>
                  <a:srgbClr val="94A3B8"/>
                </a:solidFill>
              </a:rPr>
              <a:t>Atomically drains quarantined DLQ transactions into ledger; guarantees 1:1 parity.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1920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📝 Bob-Release</a:t>
            </a:r>
          </a:p>
          <a:p>
            <a:r>
              <a:rPr sz="1100" b="1">
                <a:solidFill>
                  <a:srgbClr val="6366F1"/>
                </a:solidFill>
              </a:rPr>
              <a:t>Hotfix PR &amp; Compliance Audit</a:t>
            </a:r>
          </a:p>
          <a:p>
            <a:r>
              <a:rPr sz="1000">
                <a:solidFill>
                  <a:srgbClr val="94A3B8"/>
                </a:solidFill>
              </a:rPr>
              <a:t>Compiles git Pull Request #882 and generates SOC2/ISO audit post-mortem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DEFENSIBLE ENGINEERING: </a:t>
            </a:r>
          </a:p>
          <a:p>
            <a:r>
              <a:rPr sz="2800" b="1">
                <a:solidFill>
                  <a:srgbClr val="F8FAFC"/>
                </a:solidFill>
              </a:rPr>
              <a:t>Financial Ledger Invariants &amp; Anti-Double-Spend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AFC"/>
                </a:solidFill>
              </a:rPr>
              <a:t>💰 1:1 Exact Ledger Reconciliation Invariant</a:t>
            </a:r>
          </a:p>
          <a:p>
            <a:r>
              <a:rPr sz="1200">
                <a:solidFill>
                  <a:srgbClr val="94A3B8"/>
                </a:solidFill>
              </a:rPr>
              <a:t>
• Quarantined DLQ Volume: $69,000.00 (15 Transactions)
• Healed Settled Volume: $69,000.00 (15 Transactions)
• Financial Discrepancy / Slippage: $0.00 (Exact Cent Parity)
Proof of Completeness:
Zero dropped transactions, zero truncated values, and zero decimal drift across Stripe minor units ($5,800.00 from 580000 cents), GlobalPay v2 ($9,500.00), and dirty currency strings ($12,450.75).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366F1"/>
                </a:solidFill>
              </a:rPr>
              <a:t>🛡️ Cryptographic SHA-256 Idempotency</a:t>
            </a:r>
          </a:p>
          <a:p>
            <a:r>
              <a:rPr sz="1200">
                <a:solidFill>
                  <a:srgbClr val="94A3B8"/>
                </a:solidFill>
              </a:rPr>
              <a:t>
• Anti-Double-Spend Defense:
  Every replayed webhook carries an idempotency token. Replaying identical transactions returns cached HTTP 200 OK without duplicate ledger inserts.
• Online SQLite WAL Concurrency:
  Zero table lock contention during schema updates; concurrent transactions run unhindered.
• Test Verification Evidence:
  21 / 21 automated pytest unit and integration tests passing in 1.89 seconds with 0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LIVE DEMO PROOF: </a:t>
            </a:r>
          </a:p>
          <a:p>
            <a:r>
              <a:rPr sz="2800" b="1">
                <a:solidFill>
                  <a:srgbClr val="F8FAFC"/>
                </a:solidFill>
              </a:rPr>
              <a:t>The 3-Step Live Incident Recovery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Step 1: Outage Trigger</a:t>
            </a:r>
          </a:p>
          <a:p>
            <a:r>
              <a:rPr sz="1200" b="1">
                <a:solidFill>
                  <a:srgbClr val="EF4444"/>
                </a:solidFill>
              </a:rPr>
              <a:t>HTTP 500 Crash</a:t>
            </a:r>
          </a:p>
          <a:p>
            <a:r>
              <a:rPr sz="1200">
                <a:solidFill>
                  <a:srgbClr val="94A3B8"/>
                </a:solidFill>
              </a:rPr>
              <a:t>
Incoming modern payload triggers KeyError: 'customer_id'.
15 transactions worth $69,000.00 trapped in DLQ. Revenue at Risk: $69,000.00.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Step 2: Agent Swarm</a:t>
            </a:r>
          </a:p>
          <a:p>
            <a:r>
              <a:rPr sz="1200" b="1">
                <a:solidFill>
                  <a:srgbClr val="6366F1"/>
                </a:solidFill>
              </a:rPr>
              <a:t>48-Second Recovery</a:t>
            </a:r>
          </a:p>
          <a:p>
            <a:r>
              <a:rPr sz="1200">
                <a:solidFill>
                  <a:srgbClr val="94A3B8"/>
                </a:solidFill>
              </a:rPr>
              <a:t>
Click 'Run OpsHeal Autonomous Healer'.
Watch 6 Bob subagents execute online WAL migration, deploy adapter, and drain DLQ sequentially.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</a:rPr>
              <a:t>Step 3: Verification</a:t>
            </a:r>
          </a:p>
          <a:p>
            <a:r>
              <a:rPr sz="1200" b="1">
                <a:solidFill>
                  <a:srgbClr val="10B981"/>
                </a:solidFill>
              </a:rPr>
              <a:t>HTTP 200 OK Healed</a:t>
            </a:r>
          </a:p>
          <a:p>
            <a:r>
              <a:rPr sz="1200">
                <a:solidFill>
                  <a:srgbClr val="94A3B8"/>
                </a:solidFill>
              </a:rPr>
              <a:t>
Live console returns HTTP 200 OK. Settled Ledger: $69,000.00.
Chaos Injector verifies Stripe cents, dirty currencies, and nested JSON on the fly.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BUSINESS IMPACT: </a:t>
            </a:r>
          </a:p>
          <a:p>
            <a:r>
              <a:rPr sz="2800" b="1">
                <a:solidFill>
                  <a:srgbClr val="F8FAFC"/>
                </a:solidFill>
              </a:rPr>
              <a:t>Quantified ROI: $1,171,520 Saved Per Incident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8FAFC"/>
                </a:solidFill>
              </a:rPr>
              <a:t>SRE Benchmark Comparison (@ $5,600 / minute downtime cost)</a:t>
            </a:r>
          </a:p>
          <a:p>
            <a:r>
              <a:rPr sz="1250">
                <a:solidFill>
                  <a:srgbClr val="CBD5E1"/>
                </a:solidFill>
              </a:rPr>
              <a:t>
• Detection &amp; Paging: Traditional 15m  vs.  OpsHeal 3s (300x faster)
• War Room Assembly: Traditional 25m  vs.  OpsHeal 0s (Eliminated entirely)
• Vendor Spec RCA:   Traditional 45m  vs.  OpsHeal 12s (225x faster)
• DB Schema Update:  Traditional 40m  vs.  OpsHeal 8s (300x faster, 0 locks)
• Adapter Coding:    Traditional 50m  vs.  OpsHeal 10s (300x faster)
• Canary &amp; DLQ Replay: Traditional 35m vs. OpsHeal 15s (140x faster)
━━━━━━━━━━━━━━━━━━━━━━━━━━━━━━━━━━━━━━━━━━━━━━━━━━━━━━━━━━━━━━━━━━━━━━━━━━━━━━━━
• Total MTTR:  Traditional 210 Minutes (3.5h)  vs.  OpsHeal 48 Seconds (99.6% Reduction)
• Total Cost:  Traditional $1,176,000.00       vs.  OpsHeal $4,480.00
• Net Savings: $1,171,520.00 SAVED PER INCIDENT + Zero Human Burnout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CONCLUSION &amp; ROADMAP: </a:t>
            </a:r>
          </a:p>
          <a:p>
            <a:r>
              <a:rPr sz="2800" b="1">
                <a:solidFill>
                  <a:srgbClr val="F8FAFC"/>
                </a:solidFill>
              </a:rPr>
              <a:t>The Future of Autonomous SRE with IBM Bob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AFC"/>
                </a:solidFill>
              </a:rPr>
              <a:t>Why OpsHeal Wins:</a:t>
            </a:r>
          </a:p>
          <a:p>
            <a:r>
              <a:rPr sz="1300">
                <a:solidFill>
                  <a:srgbClr val="94A3B8"/>
                </a:solidFill>
              </a:rPr>
              <a:t>
1. Solves a Mission-Critical Problem: Real enterprise pain with a massive market ($1.17M downtime cost).
2. Authentic IBM Bob 2.0 Agent Architecture: 6 specialized subagents executing real code on live servers.
3. Mathematical Rigor &amp; Safety: Exact 1:1 ledger reconciliation and SHA-256 anti-double-spend guard.
4. Ready to Demo Right Now: 21 passing automated tests and a live interactive War Room UI.
Future Ecosystem Expansion:
• Integration with IBM watsonx.ai for semantic telemetry anomaly forecasting.
• Automated canary rollback via IBM watsonx Orchestrate across multi-cloud Kubernetes clusters.
Thank you! Live Demo &amp; Code: http://localhost:8000 | GitHub: OpsHeal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